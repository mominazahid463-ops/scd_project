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 FINANCE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4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TRACKER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94360" y="2514600"/>
            <a:ext cx="1371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6974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desktop application for managing personal finances,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income &amp; expenses, and visualizing spending habits.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Tkinter · SQLite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73152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 Real-Time Tracking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income, expenses, and net balance at a glance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97280"/>
            <a:ext cx="73152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Visual Analysis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6916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charts that reveal spending patterns and trends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88920"/>
            <a:ext cx="73152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718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Budget Management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alerts to prevent overspending on any category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78892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788920"/>
            <a:ext cx="73152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9718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Data Privacy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33832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offline, local-only storage — no cloud required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Evolution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657600" cy="34747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80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Flask Web App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Version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SQLAlchemy backend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4871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HTML/CSS/JavaScript frontend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8712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running server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25526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interface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6393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dependency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60520" y="2651760"/>
            <a:ext cx="82296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377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9488"/>
                </a:solidFill>
              </a:rPr>
              <a:t>▶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114800" y="2880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MIGRATED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20640" y="1097280"/>
            <a:ext cx="3657600" cy="34747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1280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🖥️  Desktop App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5780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Version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57800" y="21031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Tkinter desktop UI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24871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SQLite database only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57800" y="28712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setup required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325526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executable file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36393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&amp; private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A — Dashboard &amp; Analytics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789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Financial Summary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6916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Income, Total Expenses &amp; Net Balance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24688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update in real time on every transaction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32461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labeled summary cards for quick readability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105156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51560"/>
            <a:ext cx="2743200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0789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Data Visualization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4408" y="16916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Chart: Expense breakdown by category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24688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6-month Income vs. Expense trends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64408" y="32461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Custom-built with Tkinter Canvas — no 3rd-party libs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05156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051560"/>
            <a:ext cx="2743200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10789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📄 Automated Reporting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44768" y="16916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financial summary generation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44768" y="24688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styled, printable HTML reports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44768" y="32461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full transaction history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B — Transaction Management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5029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7315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✏️  CRUD Operations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transactions: amount, date, type, category, notes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with confirmation dialog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 — no negative amounts or empty fields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3017520"/>
            <a:ext cx="5029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3017520"/>
            <a:ext cx="7315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12724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Transaction Table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520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in scrollable Treeview widget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886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Date, Type, Category, Amount, Notes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4251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row shading for readability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23560" y="1097280"/>
            <a:ext cx="3200400" cy="3383280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📤  Data Export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60720" y="1828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your entire transaction history to CSV with a single click.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60720" y="26060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0" y="30175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0" y="34290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spreadsheet software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3749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.CSV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C — Categories &amp; Budgets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73152" cy="1645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🗂️  Custom Categories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custom categories and tag as Income or Expense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305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local SQLite, available in all transaction forms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690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73152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🔔  Smart Alerts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Pop-up warning at 80% budget usage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1305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when category limit is exceeded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2880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 Progress Indicator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" y="3383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74520" y="3456432"/>
            <a:ext cx="50292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74520" y="3456432"/>
            <a:ext cx="226314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3383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— 45% used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39136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874520" y="3986784"/>
            <a:ext cx="50292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74520" y="3986784"/>
            <a:ext cx="3621024" cy="20116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3913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— 72% used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44439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74520" y="4517136"/>
            <a:ext cx="50292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74520" y="4517136"/>
            <a:ext cx="4576572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44439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— 91% used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UI/UX Design Principles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Design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Card-based layout with light background theme, subtle teal accents, and clean Segoe UI typography throughout the application.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Consistent Theming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75564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'clam' base theme fully customized with uniform color palettes, padding, and font sizes across all widgets.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8803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Tabbed Navigation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53872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main modules (Dashboard, Transactions, Categories) accessible via a top-level notebook tab bar — single-window design.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Feedback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53872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toasts on save, confirmation dialogs before deletion, real-time form validation, and color-coded budget alerts.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0"/>
            <a:ext cx="850392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521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1521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0" y="115214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 &amp; backend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627632"/>
            <a:ext cx="8503920" cy="475488"/>
          </a:xfrm>
          <a:prstGeom prst="rect">
            <a:avLst/>
          </a:prstGeom>
          <a:solidFill>
            <a:srgbClr val="172D4A"/>
          </a:solidFill>
          <a:ln w="12700">
            <a:solidFill>
              <a:srgbClr val="172D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824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Framework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16824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/ ttk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0" y="16824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Widgets, layout, windows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157984"/>
            <a:ext cx="850392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128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Theme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2128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ttk 'clam'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0" y="22128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Customized modern styling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688336"/>
            <a:ext cx="8503920" cy="475488"/>
          </a:xfrm>
          <a:prstGeom prst="rect">
            <a:avLst/>
          </a:prstGeom>
          <a:solidFill>
            <a:srgbClr val="172D4A"/>
          </a:solidFill>
          <a:ln w="12700">
            <a:solidFill>
              <a:srgbClr val="172D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43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2743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60720" y="2743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local data storage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218688"/>
            <a:ext cx="850392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735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Viz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34640" y="32735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Canvas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60720" y="32735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pie &amp; bar charts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749040"/>
            <a:ext cx="8503920" cy="475488"/>
          </a:xfrm>
          <a:prstGeom prst="rect">
            <a:avLst/>
          </a:prstGeom>
          <a:solidFill>
            <a:srgbClr val="172D4A"/>
          </a:solidFill>
          <a:ln w="12700">
            <a:solidFill>
              <a:srgbClr val="172D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039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34640" y="38039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html module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60720" y="38039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 HTML export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4279392"/>
            <a:ext cx="850392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3342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834640" y="43342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csv module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760720" y="43342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Spreadsheet-compatible CSV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Database Schema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36576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5389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4538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interacts with Tkinter GUI widgets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36576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568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9568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triggers Python event handlers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468880"/>
            <a:ext cx="36576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4597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4597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 run SQL queries on SQLite DB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36576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626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29626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refresh the GUI in real time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474720"/>
            <a:ext cx="36576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4655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4655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thresholds checked → alerts fired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Tables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0" y="150876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1508760"/>
            <a:ext cx="374904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15544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transactions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38928" y="19202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amount, date, type, category, notes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260604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0" y="2606040"/>
            <a:ext cx="374904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26517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categories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38928" y="30175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type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370332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0" y="3703320"/>
            <a:ext cx="374904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37490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budgets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38928" y="4114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category_id, monthly_limit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914400"/>
            <a:ext cx="3200400" cy="32004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95528"/>
            <a:ext cx="1371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274320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Multi-Device Sync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 to access finances across devices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74320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1155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83280" y="1554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Filtering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sort by date range, category, type, amount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4320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1155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63640" y="1554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Granular Reporting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date ranges — weekly, monthly, quarterly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2697480"/>
            <a:ext cx="411480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8072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4400" y="3246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Recurring Transactions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611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Auto-add scheduled income or expense entries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0" y="2697480"/>
            <a:ext cx="411480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28072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794760" y="3246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Import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94760" y="3611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from bank-exported CSV or OFX files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55371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functional, privacy-first desktop application demonstrating Python development, database design, data visualization &amp; UI/UX.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Finance Tracker</dc:title>
  <dc:subject>PptxGenJS Presentation</dc:subject>
  <dc:creator>PptxGenJS</dc:creator>
  <cp:lastModifiedBy>PptxGenJS</cp:lastModifiedBy>
  <cp:revision>1</cp:revision>
  <dcterms:created xsi:type="dcterms:W3CDTF">2026-06-04T03:49:17Z</dcterms:created>
  <dcterms:modified xsi:type="dcterms:W3CDTF">2026-06-04T03:49:17Z</dcterms:modified>
</cp:coreProperties>
</file>